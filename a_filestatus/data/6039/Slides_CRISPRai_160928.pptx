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7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3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56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0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0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0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1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77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1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60411-DDFD-44F4-9CAC-4281554B6929}" type="datetimeFigureOut">
              <a:rPr lang="en-US" smtClean="0"/>
              <a:t>9/28/2016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50B9D-6C6D-46AB-BDDF-6AC155A1C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1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33" y="1188167"/>
            <a:ext cx="10058400" cy="1923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18464" y="726502"/>
            <a:ext cx="1795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dCAS9-KRAB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121" y="2974914"/>
            <a:ext cx="5420279" cy="325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6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21" y="736426"/>
            <a:ext cx="8565501" cy="26063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40" y="3236426"/>
            <a:ext cx="7218290" cy="3145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91293" y="736426"/>
            <a:ext cx="1635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dCAS9-VPH</a:t>
            </a:r>
          </a:p>
        </p:txBody>
      </p:sp>
    </p:spTree>
    <p:extLst>
      <p:ext uri="{BB962C8B-B14F-4D97-AF65-F5344CB8AC3E}">
        <p14:creationId xmlns:p14="http://schemas.microsoft.com/office/powerpoint/2010/main" val="3660729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cellecta</dc:creator>
  <cp:lastModifiedBy>Paul Diehl</cp:lastModifiedBy>
  <cp:revision>2</cp:revision>
  <dcterms:created xsi:type="dcterms:W3CDTF">2016-09-28T20:27:27Z</dcterms:created>
  <dcterms:modified xsi:type="dcterms:W3CDTF">2016-09-29T01:42:14Z</dcterms:modified>
</cp:coreProperties>
</file>